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452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CE84-50BD-1809-A8C5-B4069CEA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3BF8B-2E02-55CA-ABF3-E36CE2236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92F4B-F1E7-B82E-A0B4-5395413C0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67DD7-7033-A732-C486-CA4DA9A7A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54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PROCESAMIENTO MULTIHILO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Dual-Core · tareas concurrentes · sensor crítico · procesos secundarios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De un programa que espera… a un sistema que monitorea y responde al mismo tiempo.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41832" y="29260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CORE 1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SENSOR CRÍTICO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3291840"/>
            <a:ext cx="26883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7889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645152" y="29260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DATOS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COMPARTIDOS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291840"/>
            <a:ext cx="26883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27889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348472" y="29260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CORE 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UI + ALARMAS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3291840"/>
            <a:ext cx="26883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3401568"/>
            <a:ext cx="667512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7452360" y="3401568"/>
            <a:ext cx="667512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</a:rPr>
              <a:t>MONITOREO RÁPIDO  →  COMUNICACIÓN SEGURA  →  RESPUESTA VISIBLE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de hoy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La actividad será principalmente simulada; si tienen Pico conectada, haremos prueba real.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SHOW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331720"/>
            <a:ext cx="21396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Veremos el problema de bloquear el programa.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39312" y="19659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9312" y="2331720"/>
            <a:ext cx="21396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Simularemos multitarea con Wokwi.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73952" y="19659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PROVE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2331720"/>
            <a:ext cx="21396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Probamos dual-core real si hay Pico física.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18288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308592" y="196596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PUSH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8592" y="2331720"/>
            <a:ext cx="213969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Subimos código, capturas y análisis.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Pregunta guía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¿Cómo podemos monitorear un sensor crítico a alta velocidad sin congelar la interfaz, las alarmas o los mensajes por terminal?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Aviso importante sobre Wokwi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Wokwi es excelente para lógica, GPIO, ADC, timers y serial, pero no simula los dos núcleos de la Pico.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04672" y="17830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WOKWI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148840"/>
            <a:ext cx="296265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Usaremos Wokwi para probar el algoritmo multitarea con un solo núcleo: temporización no bloqueante, lectura ADC, estados y alarmas.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99432" y="17830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PICO FÍSICA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148840"/>
            <a:ext cx="296265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Si la conectan por USB, probaremos MicroPython con _thread para usar el segundo núcleo real del RP2040/RP2350.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394192" y="17830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MENSAJE CLAVE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2148840"/>
            <a:ext cx="296265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La simulación valida la lógica. La placa física valida el dual-core real.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Fuente: documentación de Wokwi indica que en la Raspberry Pi Pico se simula un solo core.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resolvemos?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Un sistema embebido no puede “dormirse” mientras una señal crítica cambia.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13816" y="1755648"/>
            <a:ext cx="472744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while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sensor = adc.read_u16()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print(sensor)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sleep_ms(1000)  # bloquea todo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245352" y="178308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PROBLEMA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5352" y="2148840"/>
            <a:ext cx="506577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Durante sleep_ms(1000), no actualizamos LEDs, no detectamos cambios rápidos y la terminal parece lenta.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3977640"/>
            <a:ext cx="0" cy="9144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Bloquear = perder oportunidades de respuesta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secuencial a concurrente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Concurrente no siempre significa “todo ocurre exactamente al mismo instante”; significa organizar tareas que avanzan sin bloquearse.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04672" y="164592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PROGRAMA SECUENCIAL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011680"/>
            <a:ext cx="497433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1. Leo sensor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2. Espero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3. Actualizo LEDs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4. Espero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5. Imprimo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Si una parte tarda, todo lo demás se atrasa.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28232" y="164592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PROGRAMA MULTITAREA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011680"/>
            <a:ext cx="497433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Tarea sensor: cada 20 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Tarea UI: cada 200 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Tarea log: cada 1000 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Cada tarea se ejecuta cuando le toca.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caminos en esta sesión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Usaremos dos versiones para que todo cuadre con la realidad.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41832" y="16459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CAMINO A · SIMULACIÓN WOKWI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2011680"/>
            <a:ext cx="4745736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Plantilla con potenciómetro, LEDs y botón.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No usa _thread real.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Usa tareas no bloqueantes con ticks_ms().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Sirve para comprobar la lógica.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519672" y="16459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CAMINO B · PICO FÍSICA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011680"/>
            <a:ext cx="4745736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Mismo sistema, pero con _thread.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Core 1 monitorea el sensor.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Core 0 actualiza UI, LEDs, terminal y alarmas.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Sirve para comprobar dual-core real.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nuevos · tiempo no bloqueante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Estos comandos nos permiten decidir cuándo ejecutar una tarea sin detener todo el programa.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41832" y="14630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ticks_ms()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828800"/>
            <a:ext cx="25054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Tiempo actual en milisegundos.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41832" y="25146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ticks_diff(a,b)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880360"/>
            <a:ext cx="25054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Diferencia segura entre tiempos.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41832" y="356616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sleep_ms(5)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3931920"/>
            <a:ext cx="25054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Pausa pequeña para no saturar CPU.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41832" y="461772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next_time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" y="4983480"/>
            <a:ext cx="25054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Variable que guarda cuándo toca repetir una tarea.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691640"/>
            <a:ext cx="6675120" cy="237744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700016" y="1801368"/>
            <a:ext cx="641908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now = ticks_ms()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ticks_diff(now, next_sensor) &gt;= 0: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leer_sensor()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next_sensor = now + 20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0" y="44348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Esto reemplaza la idea de “duerme 1 segundo” por “haz cada tarea cuando le toque”.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nuevos · _thread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Para la Pico física usaremos el módulo _thread de MicroPython.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50392" y="15544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import _thread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Carga soporte de hilos/multithreading.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50392" y="278892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start_new_thread(fn, args)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315468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Lanza una función como hilo secundario.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50392" y="40233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allocate_lock()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438912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Crea un candado para proteger datos compartidos.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00200"/>
            <a:ext cx="6309360" cy="3246120"/>
          </a:xfrm>
          <a:prstGeom prst="roundRect">
            <a:avLst>
              <a:gd name="adj" fmla="val 1408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0056" y="1709928"/>
            <a:ext cx="6053328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lock = _thread.allocate_lock()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sensor_core():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while True: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leer_sensor()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_thread.start_new_thread(sensor_core, ())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5166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ACC15"/>
                </a:solidFill>
              </a:rPr>
              <a:t>Regla: no compartimos datos críticos sin protección.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compartidos: el riesgo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Dos tareas pueden intentar leer y escribir el mismo dato al mismo tiempo.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50392" y="169164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CORE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2057400"/>
            <a:ext cx="28712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Escribe lectura ADC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actualiza estado crítico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5320" y="155448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439912" y="169164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CORE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9912" y="2057400"/>
            <a:ext cx="287121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Lee datos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actualiza LEDs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imprime terminal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92024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599432" y="205740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shared_data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423160"/>
            <a:ext cx="3008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sensor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voltage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state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86200" y="246888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772400" y="2468880"/>
            <a:ext cx="502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2926080" y="4251960"/>
            <a:ext cx="6309360" cy="1325880"/>
          </a:xfrm>
          <a:prstGeom prst="roundRect">
            <a:avLst>
              <a:gd name="adj" fmla="val 3448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054096" y="4361688"/>
            <a:ext cx="60533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lock.acquire()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shared['value'] = raw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shared['state'] = state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lock.release()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El reto simula un sistema biomédico/sistemas: sensor crítico + interfaz secundaria.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SENSOR ADC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GP26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51460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615184"/>
            <a:ext cx="3657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999232" y="21488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TAREA RÁPIDA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20 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9232" y="251460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615184"/>
            <a:ext cx="3657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16636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330952" y="21488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DATOS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COMPARTIDOS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0952" y="251460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2615184"/>
            <a:ext cx="3657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749808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662672" y="21488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TAREA UI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200 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62672" y="251460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64040" y="2615184"/>
            <a:ext cx="3657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982980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9994392" y="21488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LEDs + SERIAL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Alarmas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94392" y="2514600"/>
            <a:ext cx="1636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023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</a:rPr>
              <a:t>El sensor debe actualizarse rápido; la interfaz no necesita correr tan rápido.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Plantilla de Wokwi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Esta sesión se puede iniciar 100% en simulación.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846320" cy="2103120"/>
          </a:xfrm>
          <a:prstGeom prst="roundRect">
            <a:avLst>
              <a:gd name="adj" fmla="val 2174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05256" y="1618488"/>
            <a:ext cx="45902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Sesion_08_Wokwi_Template/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main.py          ← programa principal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diagram.json     ← circuito Wokwi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README.md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291072" y="160020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Componentes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91072" y="1965960"/>
            <a:ext cx="497433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Potenciómetro → GP26 / ADC0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verde → NORMAL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amarillo → WARNING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rojo → ALARM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azul → heartbeat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Botón → reset / acknowledge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ABA96-8134-2192-47AA-F912E8B4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96C308-B62F-B302-0463-3991B52B3E8D}"/>
              </a:ext>
            </a:extLst>
          </p:cNvPr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030DE1-AD15-2E6B-987B-953D2933A769}"/>
              </a:ext>
            </a:extLst>
          </p:cNvPr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6339BE-6B76-482C-C144-9EC03A528434}"/>
              </a:ext>
            </a:extLst>
          </p:cNvPr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7E84E11-69B9-D614-F8DC-1D8B2AC2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841593"/>
            <a:ext cx="5761809" cy="533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0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0 · El problema del bloqueo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Primero veremos lo que NO queremos hacer.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5303520" cy="2971800"/>
          </a:xfrm>
          <a:prstGeom prst="roundRect">
            <a:avLst>
              <a:gd name="adj" fmla="val 1538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05256" y="1618488"/>
            <a:ext cx="504748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while True: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raw = adc.read_u16()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update_alarm(raw)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# pausa grande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sleep_ms(1000)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heartbeat.toggle()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937760" cy="2971800"/>
          </a:xfrm>
          <a:prstGeom prst="roundRect">
            <a:avLst>
              <a:gd name="adj" fmla="val 246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65392" y="164592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Observa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60857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El heartbeat responde lento.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La alarma se actualiza tarde.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No hay sensación de sistema vivo.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Conclusión: sleep largo bloquea la arquitectura.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1 · Multitarea simulada en Wokwi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No usamos dos cores; simulamos varias tareas sin bloquear.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760720" cy="4343400"/>
          </a:xfrm>
          <a:prstGeom prst="roundRect">
            <a:avLst>
              <a:gd name="adj" fmla="val 1053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13816" y="1435608"/>
            <a:ext cx="5504688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due(now, next_sensor):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sensor_task()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next_sensor = now + 20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due(now, next_ui):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ui_task()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next_ui = now + 200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due(now, next_log):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log_task()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next_log = now + 1000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46304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976872" y="1600200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Sensor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76872" y="1965960"/>
            <a:ext cx="4151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Se actualiza rápido: cada 20 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274320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976872" y="2880360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UI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76872" y="3246120"/>
            <a:ext cx="4151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LEDs cambian cada 200 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402336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976872" y="4160520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Log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76872" y="4526280"/>
            <a:ext cx="4151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La terminal imprime cada 1 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01 · Prueba en Wokwi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Actividad guiada de simulación.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25880" y="15544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490472" y="16916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Abrir plantilla Wokwi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0472" y="2057400"/>
            <a:ext cx="2505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074920" y="15544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239512" y="16916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Mover potenciómetro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9512" y="2057400"/>
            <a:ext cx="2505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823960" y="15544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988552" y="169164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Observar LEDs NORMAL/WARNING/ALARM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88552" y="2057400"/>
            <a:ext cx="2505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CC15"/>
                </a:solidFill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325880" y="34290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490472" y="356616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Confirmar que heartbeat sigue vivo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0472" y="3931920"/>
            <a:ext cx="2505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</a:rPr>
              <a:t>5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074920" y="34290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239512" y="356616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Modificar umbrales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39512" y="3931920"/>
            <a:ext cx="2505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6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823960" y="34290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8988552" y="356616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Guardar captura y serial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88552" y="3931920"/>
            <a:ext cx="2505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Producto mínimo: una captura del circuito + una captura del serial mostrando cambios de estado.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2 · Prueba real con Pico física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Si tienen la Pico conectada, aquí se ve el segundo núcleo real.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50392" y="1508760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CORE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874520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Bucle rápido: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lee ADC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calcula voltaje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actualiza estado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cuenta muestras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37160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90872" y="1508760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LOCK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1874520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Protege shared_data para evitar lecturas/escrituras incompletas.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137160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531352" y="1508760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CORE 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31352" y="1874520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Actualiza LEDs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imprime terminal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atiende botón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no bloquea sensor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288036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635240" y="288036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físico · versión _thread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Mismo sistema, ahora sí con dual-core en MicroPython.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6035040" cy="4389120"/>
          </a:xfrm>
          <a:prstGeom prst="roundRect">
            <a:avLst>
              <a:gd name="adj" fmla="val 1042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13816" y="1618488"/>
            <a:ext cx="5779008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_thread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lock = _thread.allocate_lock()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shared = {'raw':0, 'state':'INIT'}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sensor_core():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while True: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raw = adc.read_u16()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state = classify(raw)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lock.acquire()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shared['raw'] = raw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shared['state'] = state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lock.release()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_thread.start_new_thread(sensor_core, ())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78040" y="1600200"/>
            <a:ext cx="4206240" cy="3337560"/>
          </a:xfrm>
          <a:prstGeom prst="roundRect">
            <a:avLst>
              <a:gd name="adj" fmla="val 219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342632" y="173736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Qué deben observar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42632" y="2103120"/>
            <a:ext cx="38770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La terminal sigue imprimiendo.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Los LEDs siguen respondiendo.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El sensor se actualiza rápido.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El programa no depende de un solo bucle lento.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Serial Monitor esperado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Conectar la Pico por USB permite ver el comportamiento del sistema.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10424160" cy="237744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96696" y="1664208"/>
            <a:ext cx="1016812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raw=18450  voltage=0.93V  state=NORMAL  samples=145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raw=35610  voltage=1.79V  state=WARNING samples=392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raw=54022  voltage=2.72V  state=ALARM   samples=751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raw=52710  voltage=2.65V  state=ALARM   samples=1004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ACC15"/>
                </a:solidFill>
              </a:rPr>
              <a:t>El contador de muestras debe crecer más rápido que la impresión en terminal.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02 · Verificación física opcional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No requiere material nuevo: solo lo que ya han usado en prácticas anteriores.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41832" y="1600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Material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965960"/>
            <a:ext cx="291693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Pico/Pico W/Pico 2 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Cable USB de datos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Potenciómetro o sensor de sesión 07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LEDs + resistencias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Botón opcional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45152" y="1600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Prueba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1965960"/>
            <a:ext cx="291693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Mover sensor/potenciómetro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Observar estados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Ver terminal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Ver contador de muestras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Cambiar umbrales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14630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348472" y="1600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Evidencia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8472" y="1965960"/>
            <a:ext cx="291693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Foto/captura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Serial monitor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README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Tabla de pruebas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Conclusión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08 · Sistema multitarea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Un núcleo/tarea monitorea un sensor crítico; otro actualiza procesos secundarios sin bloquear.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50392" y="146304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Nivel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828800"/>
            <a:ext cx="3145536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Wokwi funcional: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ADC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LEDs por umbral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heartbeat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serial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Todo sin sleep largo.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07992" y="146304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Nivel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07992" y="1828800"/>
            <a:ext cx="3145536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Acondicionamiento: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filtro promedio móvil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NORMAL/WARNING/ALARM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contador de muestras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reset/ack con botón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3258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165592" y="146304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Nivel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65592" y="1828800"/>
            <a:ext cx="3145536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Pico física: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_thread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lock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core sensor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core UI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- comparación Wokwi vs real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Filtro: promedio móvil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Un sensor real no entrega valores perfectamente estables.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937760" cy="2194560"/>
          </a:xfrm>
          <a:prstGeom prst="roundRect">
            <a:avLst>
              <a:gd name="adj" fmla="val 2083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05256" y="1527048"/>
            <a:ext cx="46817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buffer.append(raw)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len(buffer) &gt; N: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buffer.pop(0)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avg = sum(buffer) // len(buffer)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382512" y="1554480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Idea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82512" y="1920240"/>
            <a:ext cx="465429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En vez de reaccionar a una sola lectura, usamos varias lecturas recientes y calculamos un promedio.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</a:rPr>
              <a:t>Lectura cruda → filtro → clasificación → alarma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Clasificación por umbrales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El sensor se convierte en una decisión del sistema.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4754880" cy="2514600"/>
          </a:xfrm>
          <a:prstGeom prst="roundRect">
            <a:avLst>
              <a:gd name="adj" fmla="val 1818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96696" y="1664208"/>
            <a:ext cx="449884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percent &lt; 50: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state = 'NORMAL'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elif percent &lt; 75: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state = 'WARNING'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state = 'ALARM'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19672" y="155448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NORMAL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9672" y="1920240"/>
            <a:ext cx="1225296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verde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Sistema estable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165592" y="155448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WARNING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65592" y="1920240"/>
            <a:ext cx="1225296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amarillo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Atención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46920" y="141732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9811512" y="155448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ALARM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11512" y="1920240"/>
            <a:ext cx="1225296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LED rojo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Condición crítica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hacer trabajo pesado dentro del hilo crítico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El monitoreo rápido debe mantenerse simple.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96112" y="160020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MALO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45628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Core sensor imprime demasiado, duerme mucho, actualiza todos los LEDs y hace cálculos pesados.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Resultado: deja de ser una tarea rápida.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46304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656832" y="160020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BUENO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1965960"/>
            <a:ext cx="45628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Core sensor lee, filtra, actualiza datos compartidos y sale rápido.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Core UI se encarga de LEDs, serial y eventos lentos.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pruebas obligatorio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No basta con que “funcione”; deben demostrarlo.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Pot bajo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NORMAL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93592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Pot medio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182880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WARNING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73952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Pot alto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182880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ALARM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354312" y="14630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Heartbeat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54312" y="182880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No se congela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13232" y="34747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</a:rPr>
              <a:t>Serial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" y="384048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Actualiza cada 1 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33375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593592" y="34747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Filtro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93592" y="384048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Reduce ruido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3375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473952" y="34747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Botón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3952" y="384048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Reset/ack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89720" y="333756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9354312" y="34747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Físico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54312" y="384048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_thread si aplica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· estructura de entrega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Una sesión = una carpeta.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5486400" cy="4160520"/>
          </a:xfrm>
          <a:prstGeom prst="roundRect">
            <a:avLst>
              <a:gd name="adj" fmla="val 1099"/>
            </a:avLst>
          </a:prstGeom>
          <a:solidFill>
            <a:srgbClr val="0B1120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05256" y="1618488"/>
            <a:ext cx="523036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Sesion_08_DualCore_Multitarea/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main_wokwi.py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main_dualcore_physical.py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wokwi/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diagram.json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enlace.md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evidence/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├── serial_wokwi.png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├── serial_pico.png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└── circuito.png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60020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885432" y="1737360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README debe explicar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85432" y="2103120"/>
            <a:ext cx="424281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Qué es multitarea.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Qué simula Wokwi.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Qué prueba la Pico física.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Cómo se usan los umbrales.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Qué hace el filtro.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Resultados de la tabla de pruebas.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Rúbrica rápida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Total: 10 puntos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41832" y="155448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Wokwi funcional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920240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1.5 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519672" y="155448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Arquitectura multitarea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1920240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1.5 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49631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41832" y="26334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ADC + umbrales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2999232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1.5 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249631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519672" y="26334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Filtro/acondicionamiento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2999232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 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575304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41832" y="371246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Dual-core físico o análisis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4078224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1.5 pts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575304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519672" y="371246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Pruebas/evidencias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9672" y="4078224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 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65429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941832" y="479145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README técnico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" y="5157216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 pts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465429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519672" y="479145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GitHub ordenado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19672" y="5157216"/>
            <a:ext cx="474573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1 pts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Antes de salir, cada equipo debe responder.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4630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87552" y="160020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1. ¿Por qué Wokwi no prueba dual-core real?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965960"/>
            <a:ext cx="101864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87552" y="246888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2. ¿Cuál es la diferencia entre concurrencia y paralelismo?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834640"/>
            <a:ext cx="101864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87552" y="333756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3. ¿Por qué necesitamos lock?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3703320"/>
            <a:ext cx="101864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87552" y="420624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4. ¿Qué tarea debe ser rápida?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" y="4572000"/>
            <a:ext cx="101864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9377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B243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87552" y="5074920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</a:rPr>
              <a:t>5. ¿Qué evidencia demuestra que el sistema no se bloquea?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" y="5440680"/>
            <a:ext cx="1018641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B2434"/>
          </a:solidFill>
          <a:ln w="12700">
            <a:solidFill>
              <a:srgbClr val="1B243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20040" y="651052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S08 · Dual-Core · MicroPython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Laboratorio de Elementos Programables 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0698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La idea central de la sesión.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8FAFC"/>
                </a:solidFill>
              </a:rPr>
              <a:t>Un sistema embebido serio no solo “ejecuta instrucciones”.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Organiza tareas críticas y secundarias para responder a tiempo.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CC15"/>
                </a:solidFill>
              </a:rPr>
              <a:t>SENSOR RÁPIDO  +  UI LENTA  +  DATOS SEGUROS  =  SISTEMA MULTITAREA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25E932FF64E7429E73246617976312" ma:contentTypeVersion="3" ma:contentTypeDescription="Crear nuevo documento." ma:contentTypeScope="" ma:versionID="79cb4e54d60ce2abb51c0bb9628c201a">
  <xsd:schema xmlns:xsd="http://www.w3.org/2001/XMLSchema" xmlns:xs="http://www.w3.org/2001/XMLSchema" xmlns:p="http://schemas.microsoft.com/office/2006/metadata/properties" xmlns:ns2="00541909-b216-436a-98af-13c721621bc7" targetNamespace="http://schemas.microsoft.com/office/2006/metadata/properties" ma:root="true" ma:fieldsID="21c57c314aaace9ac1549ac72e56e794" ns2:_="">
    <xsd:import namespace="00541909-b216-436a-98af-13c721621b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41909-b216-436a-98af-13c721621b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53E02D-4780-4AA2-A2B3-E3ACF9A8592A}"/>
</file>

<file path=customXml/itemProps2.xml><?xml version="1.0" encoding="utf-8"?>
<ds:datastoreItem xmlns:ds="http://schemas.openxmlformats.org/officeDocument/2006/customXml" ds:itemID="{6B27DF0A-D086-4D5B-9869-5B25303E6078}"/>
</file>

<file path=customXml/itemProps3.xml><?xml version="1.0" encoding="utf-8"?>
<ds:datastoreItem xmlns:ds="http://schemas.openxmlformats.org/officeDocument/2006/customXml" ds:itemID="{F07055F4-EE16-4C61-8F65-2B48E40610A0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2340</Words>
  <Application>Microsoft Office PowerPoint</Application>
  <PresentationFormat>Panorámica</PresentationFormat>
  <Paragraphs>476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Aptos Display</vt:lpstr>
      <vt:lpstr>Arial</vt:lpstr>
      <vt:lpstr>Cascadia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Laboratorio de Elementos Programables 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08 - Dual-Core Multitasking</dc:title>
  <dc:subject>Sesión 08 - Procesamiento Multihilo Dual-Core</dc:subject>
  <dc:creator>Luis Eduardo Arenas Deseano</dc:creator>
  <cp:lastModifiedBy>Luis Eduardo Arenas Deseano</cp:lastModifiedBy>
  <cp:revision>2</cp:revision>
  <dcterms:created xsi:type="dcterms:W3CDTF">2026-10-09T03:59:15Z</dcterms:created>
  <dcterms:modified xsi:type="dcterms:W3CDTF">2026-10-09T22:45:04Z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0x0101002325E932FF64E7429E73246617976312</vt:lpwstr>
  </property>
</Properties>
</file>